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-regular.fntdata"/><Relationship Id="rId2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00000" y="3300000"/>
            <a:ext cx="7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rial"/>
              </a:rPr>
              <a:t>Greyin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C6B3D"/>
                </a:solidFill>
                <a:latin typeface="Arial"/>
              </a:rPr>
              <a:t>The AI-native trust and verification layer for hiring experienced talent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6 pillars. 3 revenue lines. One shared Hub identity. greyin.net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distinct paid budget lines for employers; one compounding score for individuals; a free Supporting tier whose real output -- score integrity -- is what the Primary tier actually monetizes.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313450" y="3720000"/>
          <a:ext cx="8620550" cy="10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1950000"/>
                <a:gridCol w="1620550"/>
                <a:gridCol w="3900000"/>
              </a:tblGrid>
              <a:tr h="95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Hosted 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Outplacement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DeepEdge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per-headcount -- departing employees routed into the Verified Expert ecosystem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Coaching (Mentorship)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FlexPro, surfaced platform-wide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Experts monetize expertise directly -- sessions, cohorts, packages; platform take-rate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Pillar -- Primary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Longlist (Future Hiring Pipeline)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for AI-matched, anticipatory access 3-12 months before a role opens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DeepEdge (core hiring)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job board + candidate database -- every real hire strengthens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FlexPro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Subscription + low-fee gig delivery -- feeds verified-outcome reviews into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StackWorks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Real project delivery, AI+human verified -- the single strongest Score input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Salt &amp; Pepper + GreyMatters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Community engagement + published expertise -- reputation signal, organic reach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mechanism that makes “verified” scale past manual review -- what employers actually pay for. Five AI systems live in production today, plus four on the near-term roadmap (marked below):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pluggable, admin-configurable LLM registry (Anthropic, OpenAI, self-hosted Ollama fallback) behind every feature below -- never locked to one vendor, degrades gracefully instead of breaking a paying customer's workflow.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13450" y="3480000"/>
          <a:ext cx="85171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/>
                <a:gridCol w="4467100"/>
                <a:gridCol w="1700000"/>
              </a:tblGrid>
              <a:tr h="90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AI Capability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AI-Verified Search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NL query → structured, ranked candidate filters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Verified-Outcome Scoring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AI+human review of real StackWorks deliverables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Longlist AI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Surfaces future-role fits, no application needed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Quality &amp; Moderation Gates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Pre-publish content scoring, 3 pillars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Multi-Provider Core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Anthropic / OpenAI / Ollama, no vendor lock-in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Explainable Match Rationale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Plain-language “why this match” per result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Bias / Fairness Auditing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Active skew monitoring on AI match output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Mentor Matching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Best-fit coach suggestions -- Score + goals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Reference Synthesis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Multi-response consistency reports for employers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313450" y="4020000"/>
          <a:ext cx="85171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3400000"/>
                <a:gridCol w="3667100"/>
              </a:tblGrid>
              <a:tr h="10000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Typical Social Network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Greyin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Core loop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Connections, attention, engagement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Verified work -&gt; AI-scored trust -&gt; AI-matched revenue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 the AI does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Feed ranking, engagement optimization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Verification scoring + anticipatory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What's monetized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Attention/ads, access to a network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AI-verified matches and AI-synthesized trust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Remove the AI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Network still works -- AI is decorative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Longlist and AI-Verified Search cannot function</a:t>
                      </a:r>
                    </a:p>
                  </a:txBody>
                  <a:tcPr marL="45720" marR="45720" marT="18288" marB="18288" anchor="ctr"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Design-partner employers, enterprise-sales expertise, and infrastructure support scaled only once real load justifies it.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313450" y="2680000"/>
          <a:ext cx="862055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900000"/>
                <a:gridCol w="3870550"/>
                <a:gridCol w="2550000"/>
              </a:tblGrid>
              <a:tr h="1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Timeframe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Focus &amp; Expert Supply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Revenue Milestone (Target)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Pre-Launch Hardening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-6 to -3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Security/trust-layer audit (done, 38 findings closed); design-partner outreach; seed an invite-only expert cohort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$0 by design — no live transactions yet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Closed Pilot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-3 to 0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3-5 design-partner employers on DeepEdge + Longlist; curated 50-100 expert cohort; validate AI-match quality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LOIs signed; pricing validated with pilots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Public Launch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0-1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Open signup, all 6 pillars; referral-driven expert acquisition (+25 score/conversion); GreyMatters content marketing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paying cohort converts from pilot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1-12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Scale employer accounts; AI-Verified Search + Longlist AI-matching activated broadly; mentor commission 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first ~50 paying employer accounts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Enterprise-tier accounts for high-volume teams; StackWorks verified-outcome premium tooling; geo expansion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3-5x employer base; first Enterprise contracts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Vertical expansion; reference-check API for enterprise HR systems; verified-interaction data moat compounds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sustainable unit economics; Series A readiness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own founder narrative here -- who you are and why this specific problem, in your own words.]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Full-stack ownership of the entire platform as built: schema design and row-level-security-first data architecture, 7 independently-deployable Next.js applications, a pluggable multi-provider LLM/AI integration layer powering 5 live AI systems, and a self-run production deployment -- plus a genuinely rigorous security practice, evidenced by a real 38-finding audit closed and individually verified end to end.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technical execution -- the platform, its 5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/>
            </a: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Live production platform -- all 6 pillars plus Greyin Hub deployed and reachable today.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yet recorded -- available on request ahead of the Mumbai Pitch Fest.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Private repository (platform handles real user data pre-launch); architecture walkthrough available on request.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greyin.net (ecosystem hub) -- deepedge.greyin.net -- flexpro.greyin.net -- saltnpepper.greyin.net -- stackworks.greyin.net -- greymatters.greyin.net -- longlist.greyin.net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name, email, and phone number here.]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