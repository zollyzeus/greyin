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Manrope-regular.fntdata"/><Relationship Id="rId21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634a190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6634a19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634a1906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634a1906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634a1906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634a1906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634a1906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6634a1906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634a1906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634a1906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634a1906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6634a1906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634a1906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634a1906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634a1906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634a1906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634a1906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6634a1906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634a1906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634a1906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634a190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6634a190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634a1906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634a1906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634a19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634a19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 1618875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700000" y="3300000"/>
            <a:ext cx="77000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44"/>
                </a:solidFill>
                <a:latin typeface="Arial"/>
              </a:rPr>
              <a:t>Greyin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C6B3D"/>
                </a:solidFill>
                <a:latin typeface="Arial"/>
              </a:rPr>
              <a:t>The AI-native trust and verification layer for hiring experienced talent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55555"/>
                </a:solidFill>
                <a:latin typeface="Arial"/>
              </a:rPr>
              <a:t>6 pillars. 3 revenue lines. One shared Hub identity. greyin.net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Strong submissions will demonstrate:</a:t>
            </a: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clearly validated customer problem and market opportunity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Meaningful and responsible application of AI to solve the problem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Technical depth through a scalable and well-designed architecture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Product maturity supported by customer validation and measurable traction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sustainable business model with a clear go-to-market strategy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compelling vision for growth through the BITSoM Vertex incubation programme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Guidelines</a:t>
            </a:r>
            <a:b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is not a traditional fundraising pitch deck.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Focus on demonstrating the reasoning behind your decisions rather than making marketing claims.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IMPORTANT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problem are you trying to solve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Senior, experienced professionals (12+ years) are filtered out by keyword-matching ATS software and made redundant by restructuring -- not because they stopped being good at the work, but because nothing proves it at scale. Greyin is a single-identity ecosystem of 7 connected platforms where an AI-driven verification and matching layer turns real work -- a completed project, a real review, a real deliverable -- into a portable, audited trust score employers can actually search against.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inspired you to work on this problem?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gap became obvious building each pillar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</a:p>
        </p:txBody>
      </p:sp>
      <p:sp>
        <p:nvSpPr>
          <p:cNvPr id="68" name="Google Shape;68;p1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Startup Snapshot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problem are you solving, and who experiences it most acutely?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research, observations, or evidence validate this opportunity?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Built directly from this platform's own construction: every pillar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</a:p>
        </p:txBody>
      </p:sp>
      <p:sp>
        <p:nvSpPr>
          <p:cNvPr id="75" name="Google Shape;75;p16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</a:rPr>
              <a:t>Problem Understanding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Who is your ideal customer, and who would make the buying decision?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large is the opportunity if your assumptions prove correct?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Verified Expert search subscription; workforce-planning spend for Longlist's anticipatory pipeline, a category with no real incumbent today; and freelance/advisory spend redirected from 20%+-commission marketplaces toward FlexPro's low-fee model -- a flat subscription plus a modest service fee split across both sides, not a 20%+ cut of every transaction.</a:t>
            </a:r>
          </a:p>
        </p:txBody>
      </p:sp>
      <p:sp>
        <p:nvSpPr>
          <p:cNvPr id="82" name="Google Shape;82;p17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Customer &amp; Opportunity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your proposed solution, and how does it address the identified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Greyin has 6 pillars, not 7 equal platforms -- Greyin Hub is the shared identity layer, not a pillar itself. Of the 6, 3 revenue lines generate income directly from the corporate employer (one, Longlist, is itself a pillar; two live inside existing pillars). The other pillars generate the quality profiles and verified interactions that feed the Greyin Score -- the actual signal being sold. See the breakdown below.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the key capabilities you envision?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 single AI-verified identity across all 6 pillars via Greyin Hub; an AI-and-human-verified interaction gate on every social-proof signal; a Bayesian-shrunk Greyin Score counting only real work; and AI matching that turns pillar activity directly into revenue-line accuracy.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measurable value do you expect the solution to deliver?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Three distinct paid budget lines for employers; one compounding score for individuals; a free Supporting tier whose real output -- score integrity -- is what the Primary tier actually monetizes.</a:t>
            </a:r>
          </a:p>
        </p:txBody>
      </p:sp>
      <p:sp>
        <p:nvSpPr>
          <p:cNvPr id="89" name="Google Shape;89;p18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Proposed Solution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313450" y="3720000"/>
          <a:ext cx="8620550" cy="10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00"/>
                <a:gridCol w="1950000"/>
                <a:gridCol w="1620550"/>
                <a:gridCol w="3900000"/>
              </a:tblGrid>
              <a:tr h="9500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Hosted In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EC6B3D"/>
                          </a:solidFill>
                          <a:latin typeface="Arial"/>
                        </a:rPr>
                        <a:t>Revenue line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Outplacement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DeepEdge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Enterprise pays per-headcount -- departing employees routed into the Verified Expert ecosystem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EC6B3D"/>
                          </a:solidFill>
                          <a:latin typeface="Arial"/>
                        </a:rPr>
                        <a:t>Revenue line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Coaching (Mentorship)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FlexPro, surfaced platform-wide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Verified Experts monetize expertise directly -- sessions, cohorts, packages; platform take-rate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EC6B3D"/>
                          </a:solidFill>
                          <a:latin typeface="Arial"/>
                        </a:rPr>
                        <a:t>Pillar -- Primary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Longlist (Future Hiring Pipeline)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Enterprise pays for AI-matched, anticipatory access 3-12 months before a role opens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DeepEdge (core hiring)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Verified job board + candidate database -- every real hire strengthens the Score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FlexPro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Subscription + low-fee gig delivery -- feeds verified-outcome reviews into the Score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StackWorks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Real project delivery, AI+human verified -- the single strongest Score input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Salt &amp; Pepper + GreyMatters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apps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Community engagement + published expertise -- reputation signal, organic reach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role will AI play in your proposed solution, and why is it essential?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mechanism that makes “verified” scale past manual review -- what employers actually pay for. Six AI systems run in production today, plus four on the near-term roadmap (marked below):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technologies, AI models, or frameworks do you plan to use, and why?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 pluggable, admin-configurable LLM registry (Anthropic, OpenAI, self-hosted Ollama fallback) behind every feature -- never locked to one vendor; every call is timeout-bounded and fails over automatically instead of breaking a paying customer's workflow.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makes you feel your product is a genuine AI product, and not an AI wrapper?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Every call changes what data exists afterward, feeding the next match -- not a chat layer wrapped around someone else's directory. Each verified interaction compounds into every future match's accuracy: a real data network effect.</a:t>
            </a:r>
          </a:p>
        </p:txBody>
      </p:sp>
      <p:sp>
        <p:nvSpPr>
          <p:cNvPr id="96" name="Google Shape;96;p19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Technology &amp; AI Approach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313450" y="3480000"/>
          <a:ext cx="85171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000"/>
                <a:gridCol w="4467100"/>
                <a:gridCol w="1700000"/>
              </a:tblGrid>
              <a:tr h="9000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AI Capability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AI-Verified Search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NL query → structured, ranked candidate filters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Verified-Outcome Scoring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AI+human review of real StackWorks deliverables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Longlist AI Matching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Surfaces future-role fits, no application needed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Quality &amp; Moderation Gates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Pre-publish safety gate (blocks before insert) + periodic quality sweep, 3 pillars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Gig-Listing Quality Assist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On-demand AI rewrite tips at post time -- informational, never gates publish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Multi-Provider Core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Anthropic / OpenAI / Ollama, no vendor lock-in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EC6B3D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Explainable Match Rationale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Plain-language “why this match” per result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4A6B8A"/>
                          </a:solidFill>
                          <a:latin typeface="Arial"/>
                        </a:rPr>
                        <a:t>ROADMAP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Bias / Fairness Auditing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Active skew monitoring on AI match output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4A6B8A"/>
                          </a:solidFill>
                          <a:latin typeface="Arial"/>
                        </a:rPr>
                        <a:t>ROADMAP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AI Mentor Matching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Best-fit coach suggestions -- Score + goals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4A6B8A"/>
                          </a:solidFill>
                          <a:latin typeface="Arial"/>
                        </a:rPr>
                        <a:t>ROADMAP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</a:tr>
              <a:tr h="120000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1F2A44"/>
                          </a:solidFill>
                          <a:latin typeface="Arial"/>
                        </a:rPr>
                        <a:t>AI Reference Synthesis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40" b="0">
                          <a:solidFill>
                            <a:srgbClr val="333333"/>
                          </a:solidFill>
                          <a:latin typeface="Arial"/>
                        </a:rPr>
                        <a:t>Multi-response consistency reports for employers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1">
                          <a:solidFill>
                            <a:srgbClr val="4A6B8A"/>
                          </a:solidFill>
                          <a:latin typeface="Arial"/>
                        </a:rPr>
                        <a:t>ROADMAP</a:t>
                      </a:r>
                    </a:p>
                  </a:txBody>
                  <a:tcPr marL="45720" marR="45720" marT="18288" marB="18288" anchor="ctr"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alternatives currently exist?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do you believe your approach is better suited to solving this problem?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Three things a generic AI wrapper can't touch, and the test that separates an AI-powered product from a social network with an AI feature bolted on: remove the AI, and does the product still work? (1) Compounding data: the graph underneath our AI is real and gated against self-report -- a competitor can copy a search UI in a quarter, not manufacture years of verified interaction history. (2) A new category: Longlist matches people against roles that don't exist publicly yet -- delete the AI and this pillar is not degraded, it's impossible; there is no manual version of anticipatory matching at scale. (3) Trustable output: every signal feeding the AI requires a real interaction gate, unlike endorsements an AI can rank but never verify -- fewer bad hires from AI-assisted screening, a compliance argument for the enterprise buyer, not a UX one. See the test applied below.</a:t>
            </a:r>
          </a:p>
        </p:txBody>
      </p:sp>
      <p:sp>
        <p:nvSpPr>
          <p:cNvPr id="103" name="Google Shape;103;p20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Competitive Landscape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104" name="Table 103"/>
          <p:cNvGraphicFramePr>
            <a:graphicFrameLocks noGrp="1"/>
          </p:cNvGraphicFramePr>
          <p:nvPr/>
        </p:nvGraphicFramePr>
        <p:xfrm>
          <a:off x="313450" y="4020000"/>
          <a:ext cx="85171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000"/>
                <a:gridCol w="3400000"/>
                <a:gridCol w="3667100"/>
              </a:tblGrid>
              <a:tr h="10000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Typical Social Network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Greyin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555555"/>
                          </a:solidFill>
                          <a:latin typeface="Arial"/>
                        </a:rPr>
                        <a:t>Core loop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Arial"/>
                        </a:rPr>
                        <a:t>Connections, attention, engagement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EC6B3D"/>
                          </a:solidFill>
                          <a:latin typeface="Arial"/>
                        </a:rPr>
                        <a:t>Verified work -&gt; AI-scored trust -&gt; AI-matched revenue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555555"/>
                          </a:solidFill>
                          <a:latin typeface="Arial"/>
                        </a:rPr>
                        <a:t>What the AI does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Arial"/>
                        </a:rPr>
                        <a:t>Feed ranking, engagement optimization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EC6B3D"/>
                          </a:solidFill>
                          <a:latin typeface="Arial"/>
                        </a:rPr>
                        <a:t>Verification scoring + anticipatory matching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555555"/>
                          </a:solidFill>
                          <a:latin typeface="Arial"/>
                        </a:rPr>
                        <a:t>What's monetized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Arial"/>
                        </a:rPr>
                        <a:t>Attention/ads, access to a network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EC6B3D"/>
                          </a:solidFill>
                          <a:latin typeface="Arial"/>
                        </a:rPr>
                        <a:t>AI-verified matches and AI-synthesized trust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555555"/>
                          </a:solidFill>
                          <a:latin typeface="Arial"/>
                        </a:rPr>
                        <a:t>Remove the AI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Arial"/>
                        </a:rPr>
                        <a:t>Network still works -- AI is decorative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EC6B3D"/>
                          </a:solidFill>
                          <a:latin typeface="Arial"/>
                        </a:rPr>
                        <a:t>Longlist and AI-Verified Search cannot function</a:t>
                      </a:r>
                    </a:p>
                  </a:txBody>
                  <a:tcPr marL="45720" marR="45720" marT="18288" marB="18288" anchor="ctr">
                    <a:solidFill>
                      <a:srgbClr val="F8DD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Who do you expect will pay for your solution?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corporate employer pays across three Primary tiers, each a distinct budget line, not one subscription trying to cover everything. Outplacement: sales-led, invoiced per headcount -- already live intake + admin triage (enterprise_leads pipeline), tapping restructuring/HR-transition budget. Coaching: Verified Experts sell mentor sessions, cohorts, packages and recordings directly -- already live with real Razorpay/Stripe checkout -- tapping L&amp;D budget, Greyin takes a platform commission. Future Hiring Pipeline (Longlist): AI-matched, anticipatory access to talent 3-12 months out -- an Enterprise-tier add-on to DeepEdge's existing live subscription (₹/US$99-equivalent, server-side price-validated) -- tapping workforce-planning budget, a category with no real incumbent today. AI capability is the explicit upsell lever across all three. Individual membership stays free: the Supporting tier only compounds the Score these three sell if supply-side adoption is unrestricted.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do you plan to acquire your first customers?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Direct enterprise outreach for Outplacement and Coaching (HR/L&amp;D buyers, sales-led by design); Longlist as the wedge into a full Enterprise contract -- a company testing the AI-matched pipeline for one future role is a warm path to all three tiers; and Supporting-tier community growth (Salt &amp; Pepper, GreyMatters, the built-in +25-score referral program) as the free acquisition engine that keeps the Score -- and therefore all three Primary tiers -- credible.</a:t>
            </a:r>
          </a:p>
        </p:txBody>
      </p:sp>
      <p:sp>
        <p:nvSpPr>
          <p:cNvPr id="110" name="Google Shape;110;p21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Business Model &amp; Go-To-Market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the next major milestones toward building your MVP?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All 6 pillars (plus Greyin Hub, the shared identity layer) are already built and live, pre-launch on purpose while the trust/security layer was hardened first (38-finding audit, fully closed). The monetization path from here is a phased pilot-to-scale roadmap, not one launch date: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resources or support will be most critical during this journey?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Design-partner employers, enterprise-sales expertise, and infrastructure support scaled only once real load justifies it.</a:t>
            </a:r>
          </a:p>
        </p:txBody>
      </p:sp>
      <p:sp>
        <p:nvSpPr>
          <p:cNvPr id="117" name="Google Shape;117;p22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Development Roadmap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313450" y="2680000"/>
          <a:ext cx="8620550" cy="1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900000"/>
                <a:gridCol w="3870550"/>
                <a:gridCol w="2550000"/>
              </a:tblGrid>
              <a:tr h="130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Timeframe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Focus &amp; Expert Supply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Revenue Milestone (Target)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Pre-Launch Hardening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-6 to -3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Security/trust-layer audit (done, 38 findings closed); competitive-parity pass (done -- employer self-service, community events, feedback + wishlist loops, unified brand across all 6 apps, cold-start seed content); design-partner outreach; invite-only expert cohort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$0 by design — no live transactions yet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Closed Pilot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-3 to 0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3-5 design-partner employers on DeepEdge + Longlist; curated 50-100 expert cohort; validate AI-match quality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First LOIs signed; pricing validated with pilots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Public Launch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0-1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Open signup, all 6 pillars; referral-driven expert acquisition (+25 score/conversion); GreyMatters content marketing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First paying cohort converts from pilot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1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1-12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Scale employer accounts; AI-Verified Search + Longlist AI-matching activated broadly; mentor commission 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first ~50 paying employer accounts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Enterprise-tier accounts for high-volume teams; StackWorks verified-outcome premium tooling; geo expansion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3-5x employer base; first Enterprise contracts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3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3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Vertical expansion; reference-check API for enterprise HR systems; verified-interaction data moat compounds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sustainable unit economics; Series A readiness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is your team uniquely positioned to solve this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Solo founder. 15+ years in automotive embedded systems -- most of it in verification and validation: professionally proving that safety-critical software does what its spec claims, and scaling V&amp;V teams 3-4x for Stellantis, Audi/Porsche and Caterpillar programs. Greyin turns that same discipline on professional trust -- don't take the claim, verify the interaction underneath it. I'm also the user: after a deliberate pivot into AI and two years shipping production full-stack and AI software solo, I re-entered the hiring market as a senior candidate and hit the exact wall this platform removes -- a resume upload is the only proof a decade of real work gets, and keyword filters do the rest. One of those solo builds was itself a hiring portal; watching “verified” mean nothing on it is what turned six separate products into one platform built around a verification layer.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relevant domain or technical expertise does the team possess?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Full-stack ownership of the entire platform as built: schema design and row-level-security-first data architecture, 7 independently-deployable Next.js applications, a pluggable multi-provider LLM/AI integration layer powering 6 live AI systems, and a self-run production deployment -- plus a genuinely rigorous engineering practice: a real 38-finding security audit closed and individually verified end to end, and a feature-by-feature teardown against a parallel AI-generated build of the same concept.</a:t>
            </a:r>
          </a:p>
        </p:txBody>
      </p:sp>
      <p:sp>
        <p:nvSpPr>
          <p:cNvPr id="124" name="Google Shape;124;p23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Team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have you applied to the BITSoM Vertex programme?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the biggest challenge preventing you from building your MVP?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Not technical execution -- the platform, its 6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</a:p>
        </p:txBody>
      </p:sp>
      <p:sp>
        <p:nvSpPr>
          <p:cNvPr id="131" name="Google Shape;131;p2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Why BITSoM Vertex?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Provide links to your: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/>
            </a: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Prototype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Live production platform -- all 6 pillars plus Greyin Hub deployed and reachable today.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Demo Video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Not yet recorded -- available on request ahead of the Mumbai Pitch Fest.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GitHub Repository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Private repository (platform handles real user data pre-launch); architecture walkthrough available on request.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Website / Landing Page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greyin.net (ecosystem hub) -- deepedge.greyin.net -- flexpro.greyin.net -- saltnpepper.greyin.net -- stackworks.greyin.net -- greymatters.greyin.net -- longlist.greyin.net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Contact Details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Anand Rajendran, Founder -- rajendran.anand@live.com -- +91 98843 99915 -- linkedin.com/in/anand4585 -- anandrajendran.dev</a:t>
            </a:r>
          </a:p>
        </p:txBody>
      </p:sp>
      <p:sp>
        <p:nvSpPr>
          <p:cNvPr id="138" name="Google Shape;138;p2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Supporting Material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6" title="Frame 161887560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