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-regular.fntdata"/><Relationship Id="rId2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700000" y="3300000"/>
            <a:ext cx="77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rial"/>
              </a:rPr>
              <a:t>Greyin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C6B3D"/>
                </a:solidFill>
                <a:latin typeface="Arial"/>
              </a:rPr>
              <a:t>The AI-native trust and verification layer for hiring experienced talent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55555"/>
                </a:solidFill>
                <a:latin typeface="Arial"/>
              </a:rPr>
              <a:t>7 connected platforms. 5 live AI systems. One AI-verified identity. greyin.net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trying to solve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inspired you to work on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research, observations, or evidence validate this opportunity?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would make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if your assumptions prove correct?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FreeAgent's 0%-commission model.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Customer &amp; Opportunity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Greyin: one identity, seven connected platforms, one AI-verified trust score. ExpertEdge (verified hiring), FreeAgent (0%-commission freelance marketplace), StackEdge (real projects with an AI-plus-human-verified outcome record), Salt &amp; Pepper (a senior peer community), GreyMatters (long-form writing from verified experts), Longlist (anonymized future roles, AI-matched to candidates 3-12 months ahead of an opening), and Greyin Hub (the shared identity and score).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key capabilities you envision?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single sign-on identity across all 7 apps; an AI-and-human-verified interaction gate on every social-proof signal; a Bayesian-shrunk, headcount-weighted Greyin Score; natural-language AI search that turns “former CFO, board-ready” into a ranked, structured candidate list in seconds; and AI matching that surfaces a fit for a role a candidate never even applied to.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 you expect the solution to deliver?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For employers: a searchable pool where “Verified Expert” is a real, AI-audited bar, cutting time-to-confident-hire and giving them first look at talent before a role formally opens. For individuals: a track record that travels and actually raises their visibility. For the ecosystem: a trust layer that compounds -- every AI-verified interaction makes every future AI match more accurate.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Proposed Solution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mechanism that makes “verified” scale past manual review -- and what employers actually pay for, not a chatbot bolted onto a directory. Five AI systems live in production today, each one gating or ranking real data: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technologies, AI models, or frameworks do you plan to use, and 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pluggable, admin-configurable LLM registry (Anthropic, OpenAI, self-hosted Ollama fallback) behind every feature below -- never locked to one vendor, degrades gracefully instead of breaking a paying customer's workflow.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makes you feel your product is a genuine AI product, and not an AI wrapper?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Every call changes what data exists afterward -- a score gates publishing, a match surfaces a real candidate, an AI-plus-human score becomes a permanent record. Load-bearing in the data model, not a chat layer wrapped around one.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Technology &amp; AI Approach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313450" y="3550000"/>
          <a:ext cx="8517100" cy="8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3100000"/>
                <a:gridCol w="3317100"/>
              </a:tblGrid>
              <a:tr h="14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AI Capability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Why Employers Pay For It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AI-Verified Search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NL query → structured, ranked candidate filters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Cuts time-to-shortlist vs. manual screening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Verified-Outcome Scoring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AI+human review of real StackEdge deliverables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“Claims experience” becomes an audited record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Longlist AI Matching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Surfaces fits for a future role, no application needed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Builds a pipeline before the role opens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Quality &amp; Moderation Gates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Scores/gates content pre-publish, 3 pillars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Protects the signal the paid search relies on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Multi-Provider Core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Anthropic / OpenAI / Ollama fallback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No vendor lock-in; never blocks a customer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currently exist?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do you believe your approach is better suited to solving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Greyin's AI only works this well because the data underneath it is real: a verified StackEdge outcome, a completed FreeAgent order, an AI-plus-human-reviewed deliverable. That's a moat that compounds, not a feature that can be copied overnight -- a competitor can copy a search UI in a quarter; they can't retroactively manufacture years of verified interaction history. Longlist's AI-matched, anonymized future-role pipeline has no real equivalent on any of them either: today's alternatives are built for filling an opening now, not quietly building tomorrow's pipeline.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Competitive Landscape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corporate employer is the revenue engine. ExpertEdge already runs a live, Razorpay-processed subscription (₹/US$99-equivalent tier, server-side price-validated) unlocking AI-Verified candidate search and resume visibility -- that's real, working infrastructure today, not a roadmap item. Three tiers going forward: Starter (single-seat recruiting access), Growth (team seats + AI-Verified Search), and Enterprise (Longlist future-role pipeline access + dedicated support) -- AI capability is the explicit upsell lever between tiers, not a flat feature everyone gets. Individual membership stays free across all 7 pillars by design: the trust layer only compounds if adoption on the supply side is unrestricted.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do you plan to acquire your first customers?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Direct enterprise outreach to mid-size companies and boutique recruiting firms already hiring senior/fractional talent, where the AI-Verified Expert bar is an immediate, provable time-saver; Longlist itself as the wedge -- a company testing the anonymized AI-matched pipeline for one future role is a warm, low-friction path into a full Enterprise-tier ExpertEdge contract; and community-led supply-side growth through Salt &amp; Pepper and GreyMatters, where the built-in referral program (+25 Greyin Score per successful conversion) turns senior professionals into an organic acquisition channel for the very candidate pool employers are paying to search.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Business Model &amp; Go-To-Market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next major milestones toward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All 7 pillars are already built and live, pre-launch on purpose while the trust/security layer was hardened first (38-finding audit, fully closed). The monetization path from here is a phased pilot-to-scale roadmap, not one launch date: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resources or support will be most critical during this journey?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Design-partner employers, enterprise-sales expertise, and infrastructure support scaled only once real load justifies it.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Development Roadmap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313450" y="2680000"/>
          <a:ext cx="862055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900000"/>
                <a:gridCol w="3870550"/>
                <a:gridCol w="2550000"/>
              </a:tblGrid>
              <a:tr h="1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Timeframe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Focus &amp; Expert Supply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Revenue Milestone (Target)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Pre-Launch Hardening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-6 to -3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Security/trust-layer audit (done, 38 findings closed); design-partner outreach; seed an invite-only expert cohort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$0 by design — no live transactions yet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Closed Pilot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-3 to 0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3-5 design-partner employers on ExpertEdge + Longlist; curated 50-100 expert cohort; validate AI-match quality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LOIs signed; pricing validated with pilots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Public Launch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0-1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Open signup, all 7 pillars; referral-driven expert acquisition (+25 score/conversion); GreyMatters content marketing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paying cohort converts from pilot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1-12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Scale employer accounts; AI-Verified Search + Longlist AI-matching activated broadly; mentor commission 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first ~50 paying employer accounts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Enterprise-tier accounts for high-volume teams; StackEdge verified-outcome premium tooling; geo expansion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3-5x employer base; first Enterprise contracts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Vertical expansion; reference-check API for enterprise HR systems; verified-interaction data moat compounds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sustainable unit economics; Series A readiness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own founder narrative here -- who you are and why this specific problem, in your own words.]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relevant domain or technical expertise does the team possess?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Full-stack ownership of the entire platform as built: schema design and row-level-security-first data architecture, 7 independently-deployable Next.js applications, a pluggable multi-provider LLM/AI integration layer powering 5 live AI systems, and a self-run production deployment -- plus a genuinely rigorous security practice, evidenced by a real 38-finding audit closed and individually verified end to end.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the biggest challenge preventing you from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technical execution -- the platform, its 5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/>
            </a: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Prototype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Live production platform -- all 7 pillars deployed and reachable today.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 Video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yet recorded -- available on request ahead of the Mumbai Pitch Fest.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Private repository (platform handles real user data pre-launch); architecture walkthrough available on request.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 / Landing Page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greyin.net (ecosystem hub) -- expertedge.greyin.net -- freeagent.greyin.net -- saltnpepper.greyin.net -- stackedge.greyin.net -- greymatters.greyin.net -- longlist.greyin.net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name, email, and phone number here.]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