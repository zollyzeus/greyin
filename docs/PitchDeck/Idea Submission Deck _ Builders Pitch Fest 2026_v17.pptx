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4D79F17-7E45-4C61-A261-8576F73A4FEB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CECDA4A-6633-4160-B1C6-39BE3CD2D3DD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6B578A-3848-435E-BA6A-66977DAE7506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CEE780F-D8C2-4490-AD4D-60296845571E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BC29E73-6FB3-484E-B839-C1DD36A715FB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0A9D9A-D5BB-4256-A48C-8CB1A1EE9072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FADBCFE-8178-4881-B4D3-06875C51E3F3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9985E24-82D7-4377-9DAA-2C14D06A994F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BEB0880-AB58-4E00-A156-D0CF912BEBD2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763250BA-F4AE-4E23-8DB6-8F91E45ABC28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953E2FE-BE54-4AA1-AB3C-A822411BA2CF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EAF1B1-B2CA-43B5-B303-59C61A40A4FE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819678-3310-4B84-92BB-12262AE217D5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79886B-F451-4685-A248-3D40D2C7D8F9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72F409-DD6C-413C-9855-F769C28F53C2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7D7425-68FA-4CCE-B813-D73AEE662879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9EA706-2B32-4390-98C7-BF6FF677EE41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DD0E23-6FFD-46E9-8484-CA6703AA5577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1721C3-0BC9-456F-9E19-0A29B87D58B6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14248F-7A3A-47DB-88EE-62545629ACE8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36;p9"/>
          <p:cNvSpPr/>
          <p:nvPr/>
        </p:nvSpPr>
        <p:spPr>
          <a:xfrm>
            <a:off x="4572000" y="0"/>
            <a:ext cx="4570920" cy="51426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06BB66-5C34-4739-B7A1-CB9FC0C08404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C1DE9B-1A37-419F-A19C-2537FA3C2FA2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greyin.net/" TargetMode="External"/><Relationship Id="rId3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https://github.com/zollyzeus/greyin" TargetMode="External"/><Relationship Id="rId3" Type="http://schemas.openxmlformats.org/officeDocument/2006/relationships/hyperlink" Target="https://greyin.net/" TargetMode="External"/><Relationship Id="rId4" Type="http://schemas.openxmlformats.org/officeDocument/2006/relationships/hyperlink" Target="https://deepedge.greyin.net/" TargetMode="External"/><Relationship Id="rId5" Type="http://schemas.openxmlformats.org/officeDocument/2006/relationships/hyperlink" Target="https://flexpro.greyin.net/" TargetMode="External"/><Relationship Id="rId6" Type="http://schemas.openxmlformats.org/officeDocument/2006/relationships/hyperlink" Target="https://longlist.greyin.net/" TargetMode="External"/><Relationship Id="rId7" Type="http://schemas.openxmlformats.org/officeDocument/2006/relationships/hyperlink" Target="https://saltnpepper.greyin.net/" TargetMode="External"/><Relationship Id="rId8" Type="http://schemas.openxmlformats.org/officeDocument/2006/relationships/hyperlink" Target="https://stackworks.greyin.net/" TargetMode="External"/><Relationship Id="rId9" Type="http://schemas.openxmlformats.org/officeDocument/2006/relationships/hyperlink" Target="https://greymatters.greyin.net/" TargetMode="External"/><Relationship Id="rId10" Type="http://schemas.openxmlformats.org/officeDocument/2006/relationships/hyperlink" Target="mailto:rajendran.anand@live.com" TargetMode="External"/><Relationship Id="rId11" Type="http://schemas.openxmlformats.org/officeDocument/2006/relationships/hyperlink" Target="https://www.linkedin.com/in/anand4585" TargetMode="External"/><Relationship Id="rId12" Type="http://schemas.openxmlformats.org/officeDocument/2006/relationships/hyperlink" Target="https://anandrajendran.dev/" TargetMode="External"/><Relationship Id="rId13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54;p13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30" name="TextBox 54"/>
          <p:cNvSpPr/>
          <p:nvPr/>
        </p:nvSpPr>
        <p:spPr>
          <a:xfrm>
            <a:off x="699840" y="3300120"/>
            <a:ext cx="7698960" cy="13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1f2a44"/>
                </a:solidFill>
                <a:latin typeface="Arial"/>
                <a:ea typeface="Arial"/>
              </a:rPr>
              <a:t>Greyin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b="0" lang="en-US" sz="1600" spc="-1" strike="noStrike">
                <a:solidFill>
                  <a:srgbClr val="ec6b3d"/>
                </a:solidFill>
                <a:latin typeface="Arial"/>
                <a:ea typeface="Arial"/>
              </a:rPr>
              <a:t>The AI-native trust and verification layer for hiring experienced talent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US" sz="1300" spc="-1" strike="noStrike">
                <a:solidFill>
                  <a:srgbClr val="555555"/>
                </a:solidFill>
                <a:latin typeface="Arial"/>
                <a:ea typeface="Arial"/>
              </a:rPr>
              <a:t>6 core features | 3 revenue lines | One shared Hub identity | </a:t>
            </a:r>
            <a:r>
              <a:rPr b="0" lang="en-US" sz="13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2"/>
              </a:rPr>
              <a:t>https://greyin.net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66;p15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32" name="Google Shape;67;p15"/>
          <p:cNvSpPr/>
          <p:nvPr/>
        </p:nvSpPr>
        <p:spPr>
          <a:xfrm>
            <a:off x="313560" y="1256760"/>
            <a:ext cx="8704440" cy="31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spcAft>
                <a:spcPts val="567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problem are you trying to solve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567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Senior, experienced professionals (12+ years) get lost in over-crowded hiring platforms, filtered out by keyword-matching ATS software, and made redundant by restructuring -- not because they stopped being good at the work, but because nothing proves it at scale. Greyin is a single-identity ecosystem built for senior professionals, where an AI-driven verification and matching layer turns real work -- a completed project, a real review, a real deliverable -- into a portable, audited trust score employers can search against, for hiring and adjacent talent decisions.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283"/>
              </a:spcBef>
              <a:spcAft>
                <a:spcPts val="916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inspired you to work on this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gap became obvious building each core feature as its own product first: a hiring platform where “verified” meant nothing beyond a resume upload, a freelance marketplace with no real proof of delivery. Manual review doesn't scale past a handful of profiles -- AI is what makes verifying thousands of real interactions, and matching against them accurately, actually possible.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Google Shape;68;p15"/>
          <p:cNvSpPr/>
          <p:nvPr/>
        </p:nvSpPr>
        <p:spPr>
          <a:xfrm>
            <a:off x="304200" y="591840"/>
            <a:ext cx="5152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Startup</a:t>
            </a:r>
            <a:r>
              <a:rPr b="1" lang="en-GB" sz="18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Snapshot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73;p16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35" name="Google Shape;74;p16"/>
          <p:cNvSpPr/>
          <p:nvPr/>
        </p:nvSpPr>
        <p:spPr>
          <a:xfrm>
            <a:off x="313560" y="1256760"/>
            <a:ext cx="8704440" cy="31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483"/>
              </a:spcBef>
              <a:spcAft>
                <a:spcPts val="567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problem are you solving, and who experiences it most acutely?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683"/>
              </a:spcBef>
              <a:spcAft>
                <a:spcPts val="88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Professionals with 12-30+ years of experience feel it most acutely: overqualified for junior ATS filters, with no structured way to prove a real track record short of a reference call. Employers feel the inverse -- unable to tell a genuinely Verified Expert from a well-formatted resume until well into an expensive interview process, and with no visibility into who's a fit for a role that doesn't exist yet.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283"/>
              </a:spcBef>
              <a:spcAft>
                <a:spcPts val="1199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research, observations, or evidence validate this opportunity?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Built directly from this platform's own construction: every feature that launched with a self-reported trust signal (an unverified “connection,” a self-picked seniority flag) had to be re-audited and re-gated to a real, AI-and-human-verified interaction once real usage began. That re-audit is the direct evidence: unverified social proof is the default failure mode of every adjacent product, and only a verification layer with AI doing the heavy lifting can close it at any real scale.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Google Shape;75;p16"/>
          <p:cNvSpPr/>
          <p:nvPr/>
        </p:nvSpPr>
        <p:spPr>
          <a:xfrm>
            <a:off x="304200" y="591840"/>
            <a:ext cx="5152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Problem Understanding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80;p17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38" name="Google Shape;81;p17"/>
          <p:cNvSpPr/>
          <p:nvPr/>
        </p:nvSpPr>
        <p:spPr>
          <a:xfrm>
            <a:off x="313560" y="1256760"/>
            <a:ext cx="8704440" cy="31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483"/>
              </a:spcBef>
              <a:spcAft>
                <a:spcPts val="283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Who is your ideal customer, and who would make the buying decision?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683"/>
              </a:spcBef>
              <a:spcAft>
                <a:spcPts val="88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paying customer is the corporate employer: a hiring manager, talent-acquisition lead, or Head of Talent at a company that regularly hires senior/fractional talent and is tired of paying recruiter fees or burning interview cycles on unverifiable resumes. Individual professionals (12+ years -- senior ICs, directors, fractional executives) are the free, identity-led supply side; the enterprise buyer is who Greyin is built to monetize, budget-line by budget-line: recruiting spend, workforce-planning spend, and L&amp;D/mentorship spend.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916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How large is the opportunity if your assumptions prove correct?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India alone has tens of millions of professionals past the 12-year mark and a multi-billion-dollar enterprise recruiting spend category already. Three separate employer budget lines are addressable: recruiting spend redirected from traditional job boards and recruiter fees toward a </a:t>
            </a:r>
            <a:r>
              <a:rPr b="1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Verified Expert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search subscription; workforce-planning spend for Longlist's anticipatory pipeline, a category with no real incumbent today; and freelance/advisory spend redirected from 20%+-commission marketplaces toward FlexPro's low-fee model -- a flat subscription plus a modest service fee split across both sides, not a 20%+ cut of every transaction.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Google Shape;82;p17"/>
          <p:cNvSpPr/>
          <p:nvPr/>
        </p:nvSpPr>
        <p:spPr>
          <a:xfrm>
            <a:off x="304200" y="591840"/>
            <a:ext cx="5152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Customer &amp; Opportunity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87;p18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41" name="Google Shape;88;p18"/>
          <p:cNvSpPr/>
          <p:nvPr/>
        </p:nvSpPr>
        <p:spPr>
          <a:xfrm>
            <a:off x="313560" y="1076760"/>
            <a:ext cx="8704440" cy="31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 algn="just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is your proposed solution, and how does it address the identified problem?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1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Greyin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is one platform with 6 core features, not 7 separate products -- Greyin Hub is the shared identity layer that binds them, not a feature in itself. Of the 6, 3 are revenue lines billed straight to the corporate employer (one, Longlist, stands alone; two live inside existing features). The other 3 produce the quality profiles and verified interactions that feed the Greyin Score -- the actual signal being sold. See the breakdown below.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are the key capabilities you envision?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 single AI-verified identity across all 6 core features via Greyin Hub; an AI-and-human-verified interaction gate on every social-proof signal; a Bayesian-shrunk Greyin Score counting only real work; and AI matching that turns feature activity directly into revenue-line accuracy. 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measurable value do you expect the solution to deliver?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Three distinct paid budget lines for employers; one compounding score for individuals; a free Supporting tier whose real output -- score integrity -- is what the Primary tier actually monetizes. Every score is explainable to the person it’s about – per-pillar inputs, evidence counts and weights are visible on their profile.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42" name="Google Shape;89;p18"/>
          <p:cNvSpPr/>
          <p:nvPr/>
        </p:nvSpPr>
        <p:spPr>
          <a:xfrm>
            <a:off x="304200" y="591840"/>
            <a:ext cx="5152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Proposed Solution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3" name="Table 89"/>
          <p:cNvGraphicFramePr/>
          <p:nvPr/>
        </p:nvGraphicFramePr>
        <p:xfrm>
          <a:off x="866520" y="2019600"/>
          <a:ext cx="8031240" cy="1515960"/>
        </p:xfrm>
        <a:graphic>
          <a:graphicData uri="http://schemas.openxmlformats.org/drawingml/2006/table">
            <a:tbl>
              <a:tblPr/>
              <a:tblGrid>
                <a:gridCol w="1071720"/>
                <a:gridCol w="1817280"/>
                <a:gridCol w="1510200"/>
                <a:gridCol w="3632040"/>
              </a:tblGrid>
              <a:tr h="1908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Category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Name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Hosted In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Role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Revenue line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Outplacement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DeepEdge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 pays per-headcount -- departing employees routed into the Verified Expert ecosystem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Revenue line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Coaching (Mentorship)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FlexPro, surfaced platform-wide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Verified Experts monetize expertise directly -- sessions, cohorts, packages; platform take-rate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Feature -- Primary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Longlist (Future Hiring Pipeline)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 pays for AI-matched, anticipatory access 3-12 months before a role opens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Feature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DeepEdge (core hiring)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Verified job board + candidate database -- every real hire strengthens the Score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Feature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FlexPro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Subscription + low-fee gig delivery -- feeds verified-outcome reviews into the Score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Feature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StackWorks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Real project delivery, AI+human verified -- the single strongest Score input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Feature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Salt &amp; Pepper + GreyMatters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apps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Community engagement + published expertise -- reputation signal, organic reach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94;p19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45" name="Google Shape;95;p19"/>
          <p:cNvSpPr/>
          <p:nvPr/>
        </p:nvSpPr>
        <p:spPr>
          <a:xfrm>
            <a:off x="313560" y="1040760"/>
            <a:ext cx="8704440" cy="31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 algn="just">
              <a:lnSpc>
                <a:spcPct val="115000"/>
              </a:lnSpc>
              <a:spcBef>
                <a:spcPts val="916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role will AI play in your proposed solution, and why is it essential?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mechanism that makes “verified” scale past manual review -- what employers actually pay for. Six AI systems run in production today, plus four on the near-term roadmap (marked below):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technologies, AI models, or frameworks do you plan to use, and why?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 pluggable, admin-configurable LLM registry (Anthropic, OpenAI, self-hosted Ollama fallback) behind every feature -- never locked to one vendor; every call is timeout-bounded and fails over automatically instead of breaking a paying customer's workflow.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makes you feel your product is a genuine AI product, and not an AI wrapper?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Every call changes what data exists afterward, feeding the next match -- not a chat layer wrapped around someone else's directory. Each verified interaction compounds into every future match's accuracy: a real data network effect.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46" name="Google Shape;96;p19"/>
          <p:cNvSpPr/>
          <p:nvPr/>
        </p:nvSpPr>
        <p:spPr>
          <a:xfrm>
            <a:off x="304200" y="591840"/>
            <a:ext cx="5152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just"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Technology &amp; AI Approach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7" name="Table 96"/>
          <p:cNvGraphicFramePr/>
          <p:nvPr/>
        </p:nvGraphicFramePr>
        <p:xfrm>
          <a:off x="978480" y="2351520"/>
          <a:ext cx="5618160" cy="2008800"/>
        </p:xfrm>
        <a:graphic>
          <a:graphicData uri="http://schemas.openxmlformats.org/drawingml/2006/table">
            <a:tbl>
              <a:tblPr/>
              <a:tblGrid>
                <a:gridCol w="1379880"/>
                <a:gridCol w="3301920"/>
                <a:gridCol w="936720"/>
              </a:tblGrid>
              <a:tr h="9000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AI Capability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What It Does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AI-Verified Search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NL query → structured, ranked candidate filters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Verified-Outcome Scoring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AI+human review of real StackWorks deliverables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Longlist AI Matching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Surfaces future-role fits, no application needed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Quality &amp; Moderation Gates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Pre-publish safety gate (blocks before insert) + periodic quality sweep, across 3 features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Gig-Listing Quality Assist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On-demand AI rewrite tips at post time -- informational, never gates publish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Multi-Provider Core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Anthropic / OpenAI / Ollama, no vendor lock-in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Explainable Match Rationale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Plain-language “why this match” per result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Bias / Fairness Auditing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Active skew monitoring on AI match output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 Mentor Matching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Best-fit coach suggestions -- Score + goals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 Reference Synthesis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Multi-response consistency reports for employers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101;p20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49" name="Google Shape;102;p20"/>
          <p:cNvSpPr/>
          <p:nvPr/>
        </p:nvSpPr>
        <p:spPr>
          <a:xfrm>
            <a:off x="313560" y="1148760"/>
            <a:ext cx="8704440" cy="31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alternatives currently exist?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LinkedIn and Naukri/Indeed for hiring; Upwork and Toptal for freelance work; Blind and niche communities for peer discussion; ADPList and informal referral networks for mentorship. Each solves one slice in isolation, and every one of them treats “trust” as a self-reported field an AI can't meaningfully verify because there's no real interaction underneath it to check.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do you believe your approach is better suited to solving this problem?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283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Three things a generic AI wrapper can't touch. The test: remove the AI -- does the product still work?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(1) Compounding data: the graph underneath our AI is real and gated against self-report -- a competitor can copy a search UI in a quarter, not manufacture years of verified interaction history.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(2) A new category: Longlist matches people against roles that don't exist publicly yet -- delete the AI and this feature is not degraded, it's impossible; there is no manual version of anticipatory matching at scale.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(3) Trustable output: every signal feeding the AI requires a real interaction gate, unlike endorsements an AI can rank but never verify -- fewer bad hires from AI-assisted screening, a compliance argument for the enterprise buyer, not a UX one.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Google Shape;103;p20"/>
          <p:cNvSpPr/>
          <p:nvPr/>
        </p:nvSpPr>
        <p:spPr>
          <a:xfrm>
            <a:off x="304200" y="591840"/>
            <a:ext cx="5152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Competitive Landscape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1" name="Table 103"/>
          <p:cNvGraphicFramePr/>
          <p:nvPr/>
        </p:nvGraphicFramePr>
        <p:xfrm>
          <a:off x="903960" y="3854520"/>
          <a:ext cx="5408280" cy="1037160"/>
        </p:xfrm>
        <a:graphic>
          <a:graphicData uri="http://schemas.openxmlformats.org/drawingml/2006/table">
            <a:tbl>
              <a:tblPr/>
              <a:tblGrid>
                <a:gridCol w="1040040"/>
                <a:gridCol w="1851480"/>
                <a:gridCol w="2517120"/>
              </a:tblGrid>
              <a:tr h="291600">
                <a:tc>
                  <a:txBody>
                    <a:bodyPr lIns="45720" rIns="45720" anchor="ctr">
                      <a:noAutofit/>
                    </a:bodyPr>
                    <a:p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Typical Social Network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Greyin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8648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Core loop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Connections, attention, engagement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Verified work -&gt; AI-scored trust -&gt; AI-matched revenue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8648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What the AI does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Feed ranking, engagement optimization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Verification scoring + anticipatory matching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8648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What's monetized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Attention/ads, access to a network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AI-verified matches and AI-synthesized trust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8648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Remove the AI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Network still works -- AI is decorative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Longlist and AI-Verified Search cannot function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8ddd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108;p21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53" name="Google Shape;109;p21"/>
          <p:cNvSpPr/>
          <p:nvPr/>
        </p:nvSpPr>
        <p:spPr>
          <a:xfrm>
            <a:off x="313560" y="1256760"/>
            <a:ext cx="8704440" cy="31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483"/>
              </a:spcBef>
              <a:spcAft>
                <a:spcPts val="283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Who do you expect will pay for your solution?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corporate employer pays across three Primary tiers, each a distinct budget line, not one subscription trying to cover everything. 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(1) Outplacement: sales-led, invoiced per headcount -- already live intake + admin triage (enterprise_leads pipeline), tapping restructuring/HR-transition budget. 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(2) Coaching: Verified Experts sell mentor sessions, cohorts, packages and recordings directly -- already live with real Razorpay checkout -- tapping L&amp;D budget, Greyin takes a platform commission. 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(3) Future Hiring Pipeline (Longlist): AI-matched, anticipatory access to talent 3-12 months out -- an Enterprise-tier add-on to DeepEdge's existing live subscription for regular hiring (server-side price-validated) -- tapping workforce-planning budget, a category with no real incumbent today. 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AI capability is the explicit upsell lever across all three. 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Individual membership stays free: the Supporting tier only compounds the Score these three sell if supply-side adoption is unrestricted.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How do you plan to acquire your first customers?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Direct enterprise outreach for Outplacement and Coaching (HR/L&amp;D buyers, sales-led by design); Longlist as the wedge into a full Enterprise contract -- a company testing the AI-matched pipeline for one future role is a warm path to all three tiers; and Supporting-tier community growth (Salt &amp; Pepper, GreyMatters, the built-in +25-score referral program) as the free acquisition engine that keeps the Score -- and therefore all three Primary tiers -- credible.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Google Shape;110;p21"/>
          <p:cNvSpPr/>
          <p:nvPr/>
        </p:nvSpPr>
        <p:spPr>
          <a:xfrm>
            <a:off x="304200" y="591840"/>
            <a:ext cx="5152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Business Model &amp; Go-To-Market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115;p22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56" name="Google Shape;116;p22"/>
          <p:cNvSpPr/>
          <p:nvPr/>
        </p:nvSpPr>
        <p:spPr>
          <a:xfrm>
            <a:off x="313560" y="1256760"/>
            <a:ext cx="8704440" cy="31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are the next major milestones toward building your MVP?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All 6 core features (plus Greyin Hub, the shared identity layer) are already built and live, pre-launch on purpose while the trust/security layer was hardened first (38-finding audit, fully closed). The monetization path from here is a phased pilot-to-scale roadmap, not one launch date: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resources or support will be most critical during this journey?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Design-partner employers, enterprise-sales expertise, and infrastructure support scaled only once real load justifies it.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Google Shape;117;p22"/>
          <p:cNvSpPr/>
          <p:nvPr/>
        </p:nvSpPr>
        <p:spPr>
          <a:xfrm>
            <a:off x="304200" y="591840"/>
            <a:ext cx="5152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Development Roadmap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8" name="Table 117"/>
          <p:cNvGraphicFramePr/>
          <p:nvPr/>
        </p:nvGraphicFramePr>
        <p:xfrm>
          <a:off x="914400" y="2571840"/>
          <a:ext cx="8018640" cy="2017440"/>
        </p:xfrm>
        <a:graphic>
          <a:graphicData uri="http://schemas.openxmlformats.org/drawingml/2006/table">
            <a:tbl>
              <a:tblPr/>
              <a:tblGrid>
                <a:gridCol w="907920"/>
                <a:gridCol w="816480"/>
                <a:gridCol w="4155120"/>
                <a:gridCol w="2139480"/>
              </a:tblGrid>
              <a:tr h="12996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Phase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Timeframe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Focus &amp; Expert Supply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Revenue Milestone (Target)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Pre-Launch Hardening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-6 to -3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Security/trust-layer audit (done, 38 findings closed); competitive-parity pass (done -- employer self-service, community events, feedback + wishlist loops, unified brand across all 6 apps, cold-start seed content); design-partner outreach; invite-only expert cohort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$0 by design — no live transactions yet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Closed Pilot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-3 to 0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3-5 design-partner employers on DeepEdge + Longlist; curated 50-100 expert cohort; validate AI-match quality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First LOIs signed; pricing validated with pilots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Public Launch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0-1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Open signup, all 6 core features; referral-driven expert acquisition (+25 score/conversion); GreyMatters content marketing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First paying cohort converts from pilot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1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1-12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Scale employer accounts; AI-Verified Search + Longlist AI-matching activated broadly; mentor commission live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first ~50 paying employer accounts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2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2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Enterprise-tier accounts for high-volume teams; StackWorks verified-outcome premium tooling; geo expansion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3-5x employer base; first Enterprise contracts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3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3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Vertical expansion; reference-check API for enterprise HR systems; verified-interaction data moat compounds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sustainable unit economics; Series A readiness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122;p23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60" name="Google Shape;123;p23"/>
          <p:cNvSpPr/>
          <p:nvPr/>
        </p:nvSpPr>
        <p:spPr>
          <a:xfrm>
            <a:off x="313560" y="1256760"/>
            <a:ext cx="8704440" cy="31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is your team uniquely positioned to solve this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Solo founder. 13+ years in automotive embedded systems -- most of it in verification and validation: professionally proving that safety-critical software does what its spec claims, and scaling V&amp;V teams 3-4x for Stellantis followed by 2+ years of freelancing after a pivot into Full-stack/AI Engineering.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Greyin turns that same discipline on professional trust -- don't take the claim, verify the interaction underneath it. I'm also the user: after a deliberate pivot into AI and two years shipping full-stack and AI software solo, I re-entered the hiring market as a senior candidate and hit the exact wall this platform removes -- a resume upload is the only proof a decade of real work gets, and keyword filters do the rest. One of those solo builds was itself a hiring portal; watching “verified” mean nothing on it is what turned six separate products into one platform built around a verification layer.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relevant domain or technical expertise does the team possess?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Full-stack ownership of the entire platform as built: schema design and row-level-security-first data architecture, 7 independently-deployable Next.js applications, a pluggable multi-provider LLM/AI integration layer powering 6 live AI systems, and a self-run production deployment -- plus a genuinely rigorous engineering practice: a real 38-finding security audit closed and individually verified end to end, and a feature-by-feature teardown against a parallel AI-generated build of the same concept.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124;p23"/>
          <p:cNvSpPr/>
          <p:nvPr/>
        </p:nvSpPr>
        <p:spPr>
          <a:xfrm>
            <a:off x="304200" y="591840"/>
            <a:ext cx="5152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Team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129;p24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63" name="Google Shape;130;p24"/>
          <p:cNvSpPr/>
          <p:nvPr/>
        </p:nvSpPr>
        <p:spPr>
          <a:xfrm>
            <a:off x="313560" y="1256760"/>
            <a:ext cx="8704440" cy="31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have you applied to the BITSoM Vertex programme?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BITSoM Vertex's combination of Silicon Valley AI venture-building expertise, enterprise pilot pathways, and investor access is exactly the missing piece: the AI infrastructure and the product are built and live, but converting that into a funded, enterprise-validated company needs precisely the venture-building rigor and warm enterprise introductions this programme provides.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is the biggest challenge preventing you from building your MVP?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Not technical execution -- the platform, its 6 live AI systems, and its security posture are already real. The gap is deliberately commercial: converting a solid, pre-launch AI product into signed design-partner pilots and a first paying enterprise cohort, exactly the enterprise-pathway support this programme offers.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Google Shape;131;p24"/>
          <p:cNvSpPr/>
          <p:nvPr/>
        </p:nvSpPr>
        <p:spPr>
          <a:xfrm>
            <a:off x="304200" y="591840"/>
            <a:ext cx="5152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Why BITSoM Vertex?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136;p25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66" name="Google Shape;137;p25"/>
          <p:cNvSpPr/>
          <p:nvPr/>
        </p:nvSpPr>
        <p:spPr>
          <a:xfrm>
            <a:off x="313560" y="1364760"/>
            <a:ext cx="8704440" cy="366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Provide links to your: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Prototype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Live production platform -- all 6 core features plus Greyin Hub deployed and reachable today.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Demo Video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Not yet recorded -- available on request ahead of the Mumbai Pitch Fest.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GitHub Repository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2"/>
              </a:rPr>
              <a:t>https://github.com/zollyzeus/greyin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(private repo); access + architecture walkthrough on request.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Website / Landing Page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3"/>
              </a:rPr>
              <a:t>https://greyin.net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(ecosystem hub / landing page)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4"/>
              </a:rPr>
              <a:t>https://deepedge.greyin.net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5"/>
              </a:rPr>
              <a:t>https://flexpro.greyin.net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6"/>
              </a:rPr>
              <a:t>https://longlist.greyin.net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7"/>
              </a:rPr>
              <a:t>https://saltnpepper.greyin.net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8"/>
              </a:rPr>
              <a:t>https://stackworks.greyin.net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9"/>
              </a:rPr>
              <a:t>https://greymatters.greyin.net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632"/>
              </a:spcAft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Contact Details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Anand Rajendran, Founder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+91 98843 99915 | </a:t>
            </a:r>
            <a:r>
              <a:rPr b="0" lang="en-US" sz="10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10"/>
              </a:rPr>
              <a:t>rajendran.anand@live.com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11"/>
              </a:rPr>
              <a:t>https://www.linkedin.com/in/anand4585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12"/>
              </a:rPr>
              <a:t>https://anandrajendran.dev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Google Shape;138;p25"/>
          <p:cNvSpPr/>
          <p:nvPr/>
        </p:nvSpPr>
        <p:spPr>
          <a:xfrm>
            <a:off x="304200" y="699840"/>
            <a:ext cx="51526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Supporting Material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143;p26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2026-09-03T12:12:24Z</dcterms:modified>
  <cp:revision>32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