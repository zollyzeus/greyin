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anrop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634a19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634a19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6634a190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6634a190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634a1906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634a1906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634a1906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634a1906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34a190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34a190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634a1906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6634a1906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634a190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634a190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634a1906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634a1906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6634a1906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6634a1906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634a190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634a190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634a190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6634a190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634a1906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6634a1906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634a19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6634a19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618875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Strong submissions will demonstrate:</a:t>
            </a: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clearly validated customer problem and market opportunity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Meaningful and responsible application of AI to solve the problem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Technical depth through a scalable and well-designed architecture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Product maturity supported by customer validation and measurable traction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sustainable business model with a clear go-to-market strategy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A compelling vision for growth through the BITSoM Vertex incubation programme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Guidelines</a:t>
            </a:r>
            <a:br>
              <a:rPr b="1"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b="1"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This is not a traditional fundraising pitch deck.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Focus on demonstrating the reasoning behind your decisions rather than making marketing claims.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anrope"/>
              <a:buChar char="●"/>
            </a:pPr>
            <a:r>
              <a:rPr lang="en-GB" sz="1000">
                <a:solidFill>
                  <a:schemeClr val="accent2"/>
                </a:solidFill>
                <a:latin typeface="Manrope"/>
                <a:ea typeface="Manrope"/>
                <a:cs typeface="Manrope"/>
                <a:sym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IMPORTANT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trying to solve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inspired you to work on this problem?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Startup Snapshot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problem are you solving, and who experiences it most acutely?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research, observations, or evidence validate this opportunity?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>
                <a:solidFill>
                  <a:schemeClr val="dk1"/>
                </a:solidFill>
              </a:rPr>
              <a:t>Problem Understanding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is your ideal customer, and who would make the buying decision?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large is the opportunity if your assumptions prove correct?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Customer &amp; Opportunity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your proposed solution, and how does it address the identified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key capabilities you envision?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measurable value do you expect the solution to deliver?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Proposed Solution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role will AI play in your proposed solution, and why is it essential?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technologies, AI models, or frameworks do you plan to use, and why?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makes you feel your product is a genuine AI product, and not an AI wrapper?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Technology &amp; AI Approach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alternatives currently exist?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do you believe your approach is better suited to solving this problem?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Competitive Landscape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Who do you expect will pay for your solution?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How do you plan to acquire your first customers?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Business Model &amp; Go-To-Market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are the next major milestones toward building your MVP?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resources or support will be most critical during this journey?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Development Roadmap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is your team uniquely positioned to solve this problem?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relevant domain or technical expertise does the team possess?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Team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Why have you applied to the BITSoM Vertex programme?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What is the biggest challenge preventing you from building your MVP?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Why BITSoM Vertex?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 title="Frame 16188756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313450" y="1364700"/>
            <a:ext cx="87054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Provide links to your: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Prototype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Demo Video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GitHub Repository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Website / Landing Page (if available)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Contact Details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304350" y="700000"/>
            <a:ext cx="5153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GB" sz="2300">
                <a:solidFill>
                  <a:schemeClr val="dk1"/>
                </a:solidFill>
              </a:rPr>
              <a:t>Supporting Material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6" title="Frame 161887560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